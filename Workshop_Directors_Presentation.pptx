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Vehicles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E8E5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Awaiting
Diagnosis</c:v>
                  </c:pt>
                  <c:pt idx="1">
                    <c:v>Awaiting
Parts</c:v>
                  </c:pt>
                  <c:pt idx="2">
                    <c:v>In Repair</c:v>
                  </c:pt>
                  <c:pt idx="3">
                    <c:v>Awaiting QC</c:v>
                  </c:pt>
                  <c:pt idx="4">
                    <c:v>Completed –
Awaiting Release</c:v>
                  </c:pt>
                  <c:pt idx="5">
                    <c:v>Released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12700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2024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TRUCK &amp; TRAILER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 STATUS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Maintenance Report for the Board of Directors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416052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Date: 6 September 2026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Workshop / Fleet Maintenance Team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509760" y="210312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273370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0" y="233172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9646920" y="32004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744200" y="32004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IN WORKSHOP — OVERVIEW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all trucks and trailers currently at the workshop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Vehicles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Workshop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9659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4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9659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4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19659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Open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06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days in workshop (active jobs): 4.8   •   Vehicles over 7 days: 1   •   Total estimated cost outstanding: R15,800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1078992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for the Board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3035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vehicles are currently off the road. Two high-priority repairs (engine oil leak, brake pads) account for the bulk of cost exposure; one unit is already over 7 days and awaiting a backordered part.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Fleet Status  |  Confidential — Board Use Only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STATUS BREAKDOWN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vehicle sits in the repair pipeline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9202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8388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(awaiting diagnosis / parts)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818120" y="251460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8A3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18388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(repair / QC / awaiting release)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18120" y="31089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3E8E5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183880" y="3063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back to fleet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3931920"/>
            <a:ext cx="3840480" cy="20116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item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44348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T-101 (Scania R450) is awaiting a backordered gasket — 9 days in workshop and rising. Recommend expediting the part or sourcing from an alternate supplier.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Fleet Status  |  Confidential — Board Use Only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VEHICLES CURRENTLY IN WORKSHOP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behind the summary — full register maintained in the workshop tracking sheet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29184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3474720"/>
                <a:gridCol w="1920240"/>
                <a:gridCol w="1188720"/>
                <a:gridCol w="91440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 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 pad replacement +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Repair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oil leak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Awaiting Parts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R8,200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TR-203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Tyre replacement x2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Awaiting Release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warning 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Awaiting Diagnosis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service + brake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5212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4864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shown are illustrative sample entries from the workshop register template. Replace with live data before circulating — the summary and this slide should be refreshed from the register each reporting period.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Fleet Status  |  Confidential — Board Use Only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27337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190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 backordered parts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an alternate supplier for T-101's gasket to prevent further downtime beyond 9 days.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273370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190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completed unit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3774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TR-203 for release — repair complete, awaiting authorisation only.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27337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325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cost exposure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9834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R15,800 in estimated repair costs currently outstanding across active jobs; track against monthly maintenance budget.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406908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2733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43434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4325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reporting cadence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9834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circulating this summary weekly, generated directly from the workshop register.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Fleet Status  |  Confidential — Board Use Only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2026-09-06T04:21:20Z</dcterms:created>
  <dcterms:modified xsi:type="dcterms:W3CDTF">2026-09-06T04:21:20Z</dcterms:modified>
</cp:coreProperties>
</file>